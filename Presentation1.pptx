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C2189-CAB5-4940-9F3A-C262F9F2EDBB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3FD88-08C2-354F-963A-2FD05E9A9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3FD88-08C2-354F-963A-2FD05E9A94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1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4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07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54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7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8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2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5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9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2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1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4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7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A1C6E-2E58-2741-CF97-C7007D3C8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980816"/>
            <a:ext cx="7588155" cy="2621154"/>
          </a:xfrm>
        </p:spPr>
        <p:txBody>
          <a:bodyPr/>
          <a:lstStyle/>
          <a:p>
            <a:r>
              <a:rPr lang="en-US" dirty="0"/>
              <a:t>Billboard Song Longevity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E11B1-4663-911F-D086-689BE56E0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7251" y="3601970"/>
            <a:ext cx="7777498" cy="2621154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Exploring factors influencing how long songs stay at #1</a:t>
            </a:r>
            <a:endParaRPr lang="en-US" dirty="0"/>
          </a:p>
          <a:p>
            <a:r>
              <a:rPr lang="en-US" b="1" dirty="0"/>
              <a:t>Group 6</a:t>
            </a:r>
            <a:endParaRPr lang="en-US" dirty="0"/>
          </a:p>
          <a:p>
            <a:r>
              <a:rPr lang="en-US" dirty="0"/>
              <a:t>Bridgetta Addo-</a:t>
            </a:r>
            <a:r>
              <a:rPr lang="en-US" dirty="0" err="1"/>
              <a:t>Quaynor</a:t>
            </a:r>
            <a:endParaRPr lang="en-US" dirty="0"/>
          </a:p>
          <a:p>
            <a:r>
              <a:rPr lang="en-US" dirty="0"/>
              <a:t>Zijian Wang</a:t>
            </a:r>
          </a:p>
          <a:p>
            <a:r>
              <a:rPr lang="en-US" dirty="0" err="1"/>
              <a:t>Donglin</a:t>
            </a:r>
            <a:r>
              <a:rPr lang="en-US" dirty="0"/>
              <a:t> Yu</a:t>
            </a:r>
          </a:p>
          <a:p>
            <a:r>
              <a:rPr lang="en-US" dirty="0"/>
              <a:t>Xiaohan Zhang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33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FE19-6DAA-0570-778F-FC41F4907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Billboard #1 Songs (1958–2023)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EA421-8CF1-4B30-6A2F-9B7D20F74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Songs that reached </a:t>
            </a:r>
            <a:r>
              <a:rPr lang="en-US" b="1" dirty="0"/>
              <a:t>#1 on the Billboard Hot 100</a:t>
            </a:r>
            <a:endParaRPr lang="en-US" dirty="0"/>
          </a:p>
          <a:p>
            <a:r>
              <a:rPr lang="en-US" dirty="0"/>
              <a:t>Covers more than </a:t>
            </a:r>
            <a:r>
              <a:rPr lang="en-US" b="1" dirty="0"/>
              <a:t>60 years</a:t>
            </a:r>
            <a:r>
              <a:rPr lang="en-US" dirty="0"/>
              <a:t> of music history</a:t>
            </a:r>
          </a:p>
          <a:p>
            <a:r>
              <a:rPr lang="en-US" dirty="0"/>
              <a:t>Combines:</a:t>
            </a:r>
          </a:p>
          <a:p>
            <a:pPr lvl="1"/>
            <a:r>
              <a:rPr lang="en-US" dirty="0"/>
              <a:t>📈 Chart performance (Billboard)</a:t>
            </a:r>
          </a:p>
          <a:p>
            <a:pPr lvl="1"/>
            <a:r>
              <a:rPr lang="en-US" dirty="0"/>
              <a:t>🎵 Audio features (Spotify)</a:t>
            </a:r>
          </a:p>
          <a:p>
            <a:pPr lvl="1"/>
            <a:r>
              <a:rPr lang="en-US" dirty="0"/>
              <a:t>🎼 Genre information (</a:t>
            </a:r>
            <a:r>
              <a:rPr lang="en-US" dirty="0" err="1"/>
              <a:t>Discogs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16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BDCA-F2EA-E2C8-6E53-D9238B50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Trying to Explain?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49C44-8032-A827-EB47-BC87E1619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Outcome variable:</a:t>
            </a:r>
            <a:endParaRPr lang="en-US" dirty="0"/>
          </a:p>
          <a:p>
            <a:pPr lvl="1"/>
            <a:r>
              <a:rPr lang="en-US" dirty="0"/>
              <a:t>Number of weeks a song stays at #1</a:t>
            </a:r>
          </a:p>
          <a:p>
            <a:r>
              <a:rPr lang="en-US" b="1" dirty="0"/>
              <a:t>Potential factors:</a:t>
            </a:r>
            <a:endParaRPr lang="en-US" dirty="0"/>
          </a:p>
          <a:p>
            <a:pPr lvl="1"/>
            <a:r>
              <a:rPr lang="en-US" dirty="0"/>
              <a:t>Energy</a:t>
            </a:r>
          </a:p>
          <a:p>
            <a:pPr lvl="1"/>
            <a:r>
              <a:rPr lang="en-US" dirty="0"/>
              <a:t>Danceability</a:t>
            </a:r>
          </a:p>
          <a:p>
            <a:pPr lvl="1"/>
            <a:r>
              <a:rPr lang="en-US" dirty="0"/>
              <a:t>Happiness (valence)</a:t>
            </a:r>
          </a:p>
          <a:p>
            <a:pPr lvl="1"/>
            <a:r>
              <a:rPr lang="en-US" dirty="0"/>
              <a:t>Explicit lyrics</a:t>
            </a:r>
          </a:p>
          <a:p>
            <a:pPr lvl="1"/>
            <a:r>
              <a:rPr lang="en-US" dirty="0"/>
              <a:t>Genre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66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D157-1FFE-551B-D4A5-A02FD1F6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Data Reliable?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488CF-A3E3-7D18-10A9-CF4ECE728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few missing values</a:t>
            </a:r>
          </a:p>
          <a:p>
            <a:r>
              <a:rPr lang="en-US" dirty="0"/>
              <a:t>Only a small number of extreme cases</a:t>
            </a:r>
          </a:p>
          <a:p>
            <a:r>
              <a:rPr lang="en-US" dirty="0"/>
              <a:t>Each observation represents </a:t>
            </a:r>
            <a:r>
              <a:rPr lang="en-US" b="1" dirty="0"/>
              <a:t>one unique song</a:t>
            </a:r>
            <a:endParaRPr lang="en-US" dirty="0"/>
          </a:p>
          <a:p>
            <a:r>
              <a:rPr lang="en-US" dirty="0"/>
              <a:t>Large sample size → suitable for regression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90469541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135</Words>
  <Application>Microsoft Macintosh PowerPoint</Application>
  <PresentationFormat>Widescreen</PresentationFormat>
  <Paragraphs>29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Neue Haas Grotesk Text Pro</vt:lpstr>
      <vt:lpstr>VanillaVTI</vt:lpstr>
      <vt:lpstr>Billboard Song Longevity Analysis </vt:lpstr>
      <vt:lpstr>Dataset: Billboard #1 Songs (1958–2023)</vt:lpstr>
      <vt:lpstr>What Are We Trying to Explain?</vt:lpstr>
      <vt:lpstr>Is the Data Reliable?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Zijian Wang</dc:creator>
  <cp:lastModifiedBy>Zijian Wang</cp:lastModifiedBy>
  <cp:revision>1</cp:revision>
  <dcterms:created xsi:type="dcterms:W3CDTF">2025-12-28T18:21:01Z</dcterms:created>
  <dcterms:modified xsi:type="dcterms:W3CDTF">2025-12-28T18:37:46Z</dcterms:modified>
</cp:coreProperties>
</file>